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147481392" r:id="rId2"/>
    <p:sldId id="2147481393" r:id="rId3"/>
    <p:sldId id="2147481394" r:id="rId4"/>
    <p:sldId id="2147481395" r:id="rId5"/>
    <p:sldId id="2147481396" r:id="rId6"/>
    <p:sldId id="214748139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59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EF6BC-3D40-4406-BAF8-62DAE8E541BA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00E3E2-86FB-4481-8B9B-A52DF956C4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402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E6557-3E76-4B84-A1EA-C0300CFD1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99392-3DCD-4DA1-BB4E-57371E4AD2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D9B7F-639B-4A10-96D9-360D7618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97B88-8C59-41AB-8360-383B6EF5CE2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3F090-9373-40B3-B220-4228FD7FD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E2BA0-5838-4612-BC9A-E440D668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0AC9-8079-42A4-86A8-E7F9D2F9B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56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7F6CC-AA98-4BEA-856E-2D7F71BAE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C40F9-BED0-4443-BA93-EC015419B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93114-9E54-4FB4-8FB8-9889243B2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97B88-8C59-41AB-8360-383B6EF5CE2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B2BF2-7871-4CF2-8A87-F77C7DF01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BFA34-3265-40A7-8D47-CB0F8406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0AC9-8079-42A4-86A8-E7F9D2F9B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40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7D88-09BD-42E8-8220-59644F5E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180C4-5550-4A1D-AF23-F02BD3F9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2E830-40E1-4202-9F2C-776D1B4C1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97B88-8C59-41AB-8360-383B6EF5CE2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42A57-7881-496D-99CA-6BC616CC9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25F01-EE9C-475D-906C-678AF933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0AC9-8079-42A4-86A8-E7F9D2F9B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12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72239-6754-407B-8219-B0F2F5D7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CB5FF-A063-4920-87BF-8FB32DAEC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D00A7B-8571-40DA-886C-4289FCFE7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A40082-E2B8-4936-9903-964B494D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97B88-8C59-41AB-8360-383B6EF5CE2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5073A-64E3-4305-82BC-450D6C206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176F66-149E-43B8-90F6-EBC00B343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0AC9-8079-42A4-86A8-E7F9D2F9B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65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83D1A-6327-4DA5-A0F8-D19786845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4D2A5-C025-45EA-8F32-A01D5E3A1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AE427-641D-4FAB-8DFA-73D1F0ABC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8C57D8-E672-40A2-BC34-829F2FED73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A3409-0315-4CA9-B14E-BF7EA0111E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B05C03-F18B-4C2E-8B6F-EAC7EF23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97B88-8C59-41AB-8360-383B6EF5CE2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FF4A85-0190-4BB5-8DF2-6F99EEF42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A5AEA-6130-497F-B545-B44025051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0AC9-8079-42A4-86A8-E7F9D2F9B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2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639F3-C25A-4C4B-B1F6-010E7BB30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90535-ED4D-4073-899F-851E65E3A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97B88-8C59-41AB-8360-383B6EF5CE2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A18E3E-C263-421B-A136-CB4F7BFFA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58E2C9-C21F-46EA-8041-B20929EB2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0AC9-8079-42A4-86A8-E7F9D2F9B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1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FC3E9C-1EC2-46F3-903C-A71DFA50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97B88-8C59-41AB-8360-383B6EF5CE2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89A7F8-9034-4DE9-9BFF-AD470E22A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D9AAF-91C6-43E7-998A-5838F9946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0AC9-8079-42A4-86A8-E7F9D2F9B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89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5F314-0A87-4408-8D78-A5ECA82EA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5AB42-E7B4-4BE2-B86E-6D85F8BB0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74AE4-6419-48A9-B78D-D2324F099B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F1A75-866E-4CA3-8AA4-34228549E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97B88-8C59-41AB-8360-383B6EF5CE2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990B0-8C73-4A9B-A03B-79C885AAE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69004-138D-4F71-AA2E-BD65DC0EB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0AC9-8079-42A4-86A8-E7F9D2F9B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94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2336-F024-4DFD-A36C-0522DBE2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50BD38-6A53-4368-96CD-DCA07FF7C7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88B2D-9BF1-43BD-844C-C184C545B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CF728-7BF6-4C01-B092-8F4A06202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97B88-8C59-41AB-8360-383B6EF5CE2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1E8168-224F-4F90-B056-843682C04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318FB-0D2A-4444-B132-2E7B6F20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0AC9-8079-42A4-86A8-E7F9D2F9B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91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8BA9E-6EB9-4E77-A27A-FAC0E1B4F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8A4BC-3C64-41BE-A7AF-FF718D47E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67A39-34C0-4D88-8217-45E6484C1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97B88-8C59-41AB-8360-383B6EF5CE2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C629B-A98E-43E3-A793-940826206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F7304-4583-43EA-BC62-D11EB2E55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0AC9-8079-42A4-86A8-E7F9D2F9B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24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489CD3-5672-4C73-973D-B3B52C817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ED31E6-6275-448F-9816-BD2A777AB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5085B-2732-410C-A028-88A8CE3CE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97B88-8C59-41AB-8360-383B6EF5CE2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D15C5-48E4-43E6-968E-D5D12692A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22458-34F3-4480-B10F-BACB1F8D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70AC9-8079-42A4-86A8-E7F9D2F9B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8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2B9CA5-9600-409F-9505-C708340DF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0ED30-71C1-4BAC-96B1-FF1B6235E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56892-1D83-44A9-96EF-768C5CC146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397B88-8C59-41AB-8360-383B6EF5CE2C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C7FB15-8EFA-4A06-AAAB-2DEC227E5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D65A3-663C-43B6-BE50-3AAFDA341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70AC9-8079-42A4-86A8-E7F9D2F9B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16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510"/>
            <a:ext cx="12192000" cy="6868510"/>
          </a:xfrm>
          <a:prstGeom prst="rect">
            <a:avLst/>
          </a:prstGeom>
        </p:spPr>
      </p:pic>
      <p:sp>
        <p:nvSpPr>
          <p:cNvPr id="8" name="Shape 41"/>
          <p:cNvSpPr>
            <a:spLocks noGrp="1"/>
          </p:cNvSpPr>
          <p:nvPr>
            <p:ph type="ctrTitle"/>
          </p:nvPr>
        </p:nvSpPr>
        <p:spPr>
          <a:xfrm>
            <a:off x="6786282" y="4532770"/>
            <a:ext cx="5293753" cy="892232"/>
          </a:xfrm>
          <a:prstGeom prst="rect">
            <a:avLst/>
          </a:prstGeom>
          <a:ln w="12700">
            <a:miter lim="400000"/>
          </a:ln>
          <a:extLst>
            <a:ext uri="{C572A759-6A51-4108-AA02-DFA0A04FC94B}"/>
          </a:extLst>
        </p:spPr>
        <p:txBody>
          <a:bodyPr wrap="square" lIns="0" tIns="0" rIns="0" bIns="0">
            <a:spAutoFit/>
          </a:bodyPr>
          <a:lstStyle/>
          <a:p>
            <a:pPr algn="r" defTabSz="410751">
              <a:lnSpc>
                <a:spcPct val="70000"/>
              </a:lnSpc>
              <a:spcBef>
                <a:spcPts val="0"/>
              </a:spcBef>
              <a:defRPr sz="5200" b="1" spc="-104">
                <a:solidFill>
                  <a:srgbClr val="0070B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lang="en-US" sz="3600" b="1" kern="0" spc="-73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  <a:t>BRAND GUIDELINES</a:t>
            </a:r>
            <a:br>
              <a:rPr lang="en-US" sz="3600" b="1" kern="0" spc="-73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Calibri"/>
                <a:cs typeface="Calibri"/>
                <a:sym typeface="Calibri"/>
              </a:rPr>
            </a:br>
            <a:endParaRPr lang="en-US" sz="4400" b="1" kern="0" spc="-73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3762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DCDFC1-E493-4B7D-8E72-32FF7412D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81" y="0"/>
            <a:ext cx="10461037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CED6286-1929-4F53-88E4-F0F4BE6C08B0}"/>
              </a:ext>
            </a:extLst>
          </p:cNvPr>
          <p:cNvSpPr/>
          <p:nvPr/>
        </p:nvSpPr>
        <p:spPr>
          <a:xfrm>
            <a:off x="1640541" y="2070847"/>
            <a:ext cx="4580965" cy="1757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299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EFAD33-DE6E-411F-B0EA-FFB15E684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292" y="0"/>
            <a:ext cx="97314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83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A4CFB8-90C0-445F-9210-0D8B0B59D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89" y="0"/>
            <a:ext cx="10752773" cy="67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761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89B019-A586-42C9-B0B1-872591F6C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38100"/>
            <a:ext cx="1076325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318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CABAEC-7538-4951-A80D-0F06451E1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85" y="80682"/>
            <a:ext cx="11243528" cy="639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99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3</Words>
  <Application>Microsoft Macintosh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BRAND GUIDELINES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Achieng Oluoch</dc:creator>
  <cp:lastModifiedBy>Stephen Maina</cp:lastModifiedBy>
  <cp:revision>12</cp:revision>
  <dcterms:created xsi:type="dcterms:W3CDTF">2025-09-04T05:53:53Z</dcterms:created>
  <dcterms:modified xsi:type="dcterms:W3CDTF">2026-03-23T09:29:24Z</dcterms:modified>
</cp:coreProperties>
</file>